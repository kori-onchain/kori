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gente construiu uma conta digital com cara de banco comum — você entra com e-mail, usa pra guardar e pagar. Mas por dentro, o seu dinheiro trabalha de um jeito que num banco comum ele não trabalha. Deixa eu te mostrar o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 um mercado no Brasil que movimenta mais de um trilhão de reais por ano. É um dos créditos mais rentáveis que existe. Só que ele funciona como um clube fechado: hoje, só 330 mil pessoas conseguem colocar dinheiro lá dentro e ganhar com esse rendimento. Num país de 210 milhões. Não é falta de gente querendo — é que esse rendimento sempre esteve trancado num grupo institucional, caro e burocrático de entrar. Muito valor circulando entre pouquíssima gente. E é essa distância que a gente encurta.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acesso a esse rendimento já existe — o que faltava era um lugar onde ele coubesse na vida de uma pessoa comum, sem fricção. É isso aqui. Uma conta digital completa: você recebe, paga, guarda — e quando sobra, o seu dinheiro financia a antecipação de recebível de pequenos comércios e rende com isso. E não é só uma feature de investimento colada num app. É um ciclo: o comércio recebe pagamento aqui, gera recebível aqui, antecipa aqui — e quem financia essa antecipação também tá aqui. A conta completa não é sobre fazer tudo. É o que faz esse crédito — que sempre foi de nicho — virar uma coisa que qualquer um usa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um pequeno comércio precisa do dinheiro hoje, antecipar custa caro — no Brasil a faixa vai de 2 a 15% ao mês. E quase todo esse custo vira margem de banco. Aqui funciona diferente: quem financia a antecipação não é um banco com estrutura pesada — é uma pessoa comum, disposta a um rendimento justo. Então aquele mesmo desconto se reparte. O comércio antecipa mais barato do que pagaria no banco, o investidor tem um rendimento mais atrativo que a renda fixa tradicional, e a gente fica com uma fatia pequena. Os dois lados ganham com o que antes era só margem de intermediário. E pra isso fechar a conta, são centenas de pessoas financiando pouco cada uma. Deixa eu te mostrar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 AO VIVO — 2 celulares via ADB, testado no 4G. Um celular = investidor, outro = comércio. Executar AO VIVO o investimento entrando; mostrar confirmação no Solana Explorer (na hora, fração de centavo). Vencimento/rendimento mostrado no estado já-pronto. VÍDEO DE BACKUP obrigatório com a mesma fala por cima.]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Vocês acabaram de ver a transação confirmar na hora, por fração de centavo. Isso não é um detalhe — é o que torna o modelo possível. Pra um ticket de R$50 fazer sentido, são centenas de pessoas financiando pouco cada uma, e o rendimento voltando fracionado pra cada uma. Isso é um volume enorme de transações minúsculas. Em qualquer rede cara, a taxa sozinha engoliria o ticket de R$50 — ninguém investe cinquenta reais pra pagar quarenta de taxa. A Solana não é escolha de stack. É o que torna o ticket de R$50 possível. Sem ela, isso vira um FIDC tradicional: caro, fechado, só pra quem já tem dinheiro.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modelo existe e funciona — a gente não inventou. Centrifuge faz lá fora; Liqi, BBChain, Open Co fazem no Brasil. Mas todos miram investidor institucional ou qualificado, e usam blockchain como uma camada de registro em cima do sistema tradicional. A gente é o único aqui no canto: pessoa física comum, liquidação nativa on-chain de verdade, e experiência de banco. Outro público, outra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nosso modelo de receita é simples: a gente fica com uma fatia pequena do desconto de cada antecipação. Não é token próprio, não é especulação — é receita de operação real, de valor que circula de verdade na plataforma. E a gente sabe exatamente onde isso se encaixa na regulação: o caminho é a CVM 88, de crowdfunding, a mesma que as plataformas de tokenização brasileiras já usam. A estrutura regulada completa está no nosso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Rapidinho sobre a gente. Tudo que vocês acabaram de ver funcionando, eu construí — e eu entrei no mundo de Web3 há pouco mais de duas semanas. O PH é quem trouxe a profundidade do mercado de crédito e a arquitetura blockchain — foi com ele que eu aprendi esse mercado. E é esse o ponto: um fintech de antecipação de crédito precisa de alguém que constrói rápido e de alguém que entende o mercado por dentro. A gente é exatamente essas duas peças.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fechar. Esse mercado movimenta mais de um trilhão por ano e sempre foi trancado pra pouca gente. A gente não inventou ele — a gente abriu a porta. Pra o pequeno comércio antecipar mais barato, e pra qualquer pessoa, com qualquer valor, financiar e ganhar com isso. E não é promessa: vocês acabaram de ver funcionando, on-chain, ao vivo. É isso que a gente acredita que é Web3 com aplicação real no mundo. Obrigado. Tô à disposição pras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1828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Banking pra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quem é self-custody.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503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on  SOLANA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274320"/>
            <a:ext cx="2560320" cy="4572000"/>
          </a:xfrm>
          <a:prstGeom prst="roundRect">
            <a:avLst>
              <a:gd name="adj" fmla="val 7143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2194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[PLACEHOLDER: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mockup do app]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330 mil pessoas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participam do mercado de crédito mais rentável do Brasil.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68342" y="2331720"/>
            <a:ext cx="7315" cy="640080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 país de 210 milhões.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R$ 1,4 tri movimentados/ano · Anbima/Uqbar,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 conta. O ciclo inteiro.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Receba · pague · guarde · invista no crédito real do pequeno comércio.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280160" y="1645920"/>
            <a:ext cx="1097280" cy="2194560"/>
          </a:xfrm>
          <a:prstGeom prst="roundRect">
            <a:avLst>
              <a:gd name="adj" fmla="val 6667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651760" y="1645920"/>
            <a:ext cx="1097280" cy="2194560"/>
          </a:xfrm>
          <a:prstGeom prst="roundRect">
            <a:avLst>
              <a:gd name="adj" fmla="val 6667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0" y="1645920"/>
            <a:ext cx="1097280" cy="2194560"/>
          </a:xfrm>
          <a:prstGeom prst="roundRect">
            <a:avLst>
              <a:gd name="adj" fmla="val 6667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0" y="1645920"/>
            <a:ext cx="1097280" cy="2194560"/>
          </a:xfrm>
          <a:prstGeom prst="roundRect">
            <a:avLst>
              <a:gd name="adj" fmla="val 6667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1645920"/>
            <a:ext cx="1097280" cy="2194560"/>
          </a:xfrm>
          <a:prstGeom prst="roundRect">
            <a:avLst>
              <a:gd name="adj" fmla="val 6667"/>
            </a:avLst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26060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[PLACEHOLDER: telas do app]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45491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Tudo no mesmo lugar — é isso que tira o factoring do nicho.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457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Antecipar um recebível hoje custa de </a:t>
            </a:r>
            <a:pPr algn="l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2% a 15% ao mês</a:t>
            </a:r>
            <a:pPr algn="l" indent="0" marL="0">
              <a:buNone/>
            </a:pPr>
            <a:r>
              <a:rPr lang="en-US" sz="2000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22960" y="1097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 quase todo esse custo vira margem de banco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Aqui, esse desconto se reparte.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Hoje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2926080"/>
            <a:ext cx="7498080" cy="50292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9260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margem do banco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Aqui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3599078" cy="502920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94760"/>
            <a:ext cx="35990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comércio paga menos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95190" y="3794760"/>
            <a:ext cx="2624328" cy="502920"/>
          </a:xfrm>
          <a:prstGeom prst="rect">
            <a:avLst/>
          </a:prstGeom>
          <a:solidFill>
            <a:srgbClr val="2A2518"/>
          </a:solidFill>
          <a:ln/>
        </p:spPr>
      </p:sp>
      <p:sp>
        <p:nvSpPr>
          <p:cNvPr id="13" name="Text 10"/>
          <p:cNvSpPr/>
          <p:nvPr/>
        </p:nvSpPr>
        <p:spPr>
          <a:xfrm>
            <a:off x="4495190" y="379476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investidor ganha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92670" y="3794760"/>
            <a:ext cx="1128370" cy="50292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5" name="Text 12"/>
          <p:cNvSpPr/>
          <p:nvPr/>
        </p:nvSpPr>
        <p:spPr>
          <a:xfrm>
            <a:off x="7192670" y="3794760"/>
            <a:ext cx="11283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0"/>
            <a:ext cx="73152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Vamos ver funcionando.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Por que Solana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1234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modelo só existe com microtransação em volume: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centenas financiando pouco, rendimento fracionado de volta.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 qualquer rede cara, a taxa engole o ticket de R$50.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rede cara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5943600" cy="502920"/>
          </a:xfrm>
          <a:prstGeom prst="rect">
            <a:avLst/>
          </a:prstGeom>
          <a:solidFill>
            <a:srgbClr val="2A1A1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34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taxa engole o ticket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55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Solana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22960" y="3611880"/>
            <a:ext cx="109728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fração de centavo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5948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Fração de centavo é o que torna o ticket pequeno possível.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modelo existe. O nosso espaço, não.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80160" y="2948940"/>
            <a:ext cx="7132320" cy="0"/>
          </a:xfrm>
          <a:prstGeom prst="line">
            <a:avLst/>
          </a:prstGeom>
          <a:noFill/>
          <a:ln w="9525">
            <a:solidFill>
              <a:srgbClr val="26262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42662" y="1188720"/>
            <a:ext cx="7315" cy="3520440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30220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← institucional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09360" y="30220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pessoa física comum →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8348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liquidação nativa on-chain ↑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8348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 blockchain como registro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5544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Centrifuge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34518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Liqi · BBChain · Open Co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40462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Asaas · Antecipa Fácil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1463040"/>
            <a:ext cx="2926080" cy="1303020"/>
          </a:xfrm>
          <a:prstGeom prst="rect">
            <a:avLst/>
          </a:prstGeom>
          <a:solidFill>
            <a:srgbClr val="15130D">
              <a:alpha val="50000"/>
            </a:srgbClr>
          </a:solidFill>
          <a:ln w="12700">
            <a:solidFill>
              <a:srgbClr val="C9A961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303520" y="1463040"/>
            <a:ext cx="29260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[nome do produto]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457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Como a gente ganha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 fatia pequena do desconto de cada antecipação.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6300216" cy="50292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6" name="Shape 3"/>
          <p:cNvSpPr/>
          <p:nvPr/>
        </p:nvSpPr>
        <p:spPr>
          <a:xfrm>
            <a:off x="7196328" y="2286000"/>
            <a:ext cx="112471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4"/>
          <p:cNvSpPr/>
          <p:nvPr/>
        </p:nvSpPr>
        <p:spPr>
          <a:xfrm>
            <a:off x="7196328" y="228600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nossa fatia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Receita de operação real — não de tokenomics.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6350">
            <a:solidFill>
              <a:srgbClr val="2626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69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Caminho regulatório: </a:t>
            </a:r>
            <a:pPr algn="l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CVM 88 (crowdfunding) — a mesma norma que o mercado de tokenização brasileiro já usa, e que a CVM está expandindo. Estrutura regulada no roadmap.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time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194560" y="1463040"/>
            <a:ext cx="914400" cy="914400"/>
          </a:xfrm>
          <a:prstGeom prst="ellipse">
            <a:avLst/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[foto]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887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Kauã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construção e produto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entregou o MVP on-chain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914400" cy="914400"/>
          </a:xfrm>
          <a:prstGeom prst="ellipse">
            <a:avLst/>
          </a:prstGeom>
          <a:solidFill>
            <a:srgbClr val="131316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[foto]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2920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mercado financeiro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 arquitetura blockchain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68342" y="1645920"/>
            <a:ext cx="7315" cy="1645920"/>
          </a:xfrm>
          <a:prstGeom prst="rect">
            <a:avLst/>
          </a:prstGeom>
          <a:solidFill>
            <a:srgbClr val="26262B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62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 duas competências que um fintech de crédito exige, numa dupla.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731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[PLACEHOLDER: logo]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1371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mercado de crédito mais rentável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3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 Brasil sempre existiu.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gente só abriu a porta — e acabou de mostrar que funciona.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503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on  SOLANA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— Hackanation 2026</dc:title>
  <dc:subject>PptxGenJS Presentation</dc:subject>
  <dc:creator>Kauã Miguel</dc:creator>
  <cp:lastModifiedBy>Kauã Miguel</cp:lastModifiedBy>
  <cp:revision>1</cp:revision>
  <dcterms:created xsi:type="dcterms:W3CDTF">2026-05-27T04:05:44Z</dcterms:created>
  <dcterms:modified xsi:type="dcterms:W3CDTF">2026-05-27T04:05:44Z</dcterms:modified>
</cp:coreProperties>
</file>